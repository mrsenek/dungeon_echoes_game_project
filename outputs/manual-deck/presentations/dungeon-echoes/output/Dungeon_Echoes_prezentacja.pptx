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c7acfea9194f4a" /><Relationship Type="http://schemas.openxmlformats.org/officeDocument/2006/relationships/extended-properties" Target="/docProps/app.xml" Id="R9957ac72e2124a5c" /><Relationship Type="http://schemas.openxmlformats.org/officeDocument/2006/relationships/officeDocument" Target="/ppt/presentation.xml" Id="Re0524053c4464f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dd89ac551b4032"/>
  </p:sldMasterIdLst>
  <p:notesMasterIdLst>
    <p:notesMasterId xmlns:r="http://schemas.openxmlformats.org/officeDocument/2006/relationships" r:id="R90e248a0495842c8"/>
  </p:notesMasterIdLst>
  <p:sldIdLst>
    <p:sldId xmlns:r="http://schemas.openxmlformats.org/officeDocument/2006/relationships" id="256" r:id="Rd083e9e3bc944673"/>
    <p:sldId xmlns:r="http://schemas.openxmlformats.org/officeDocument/2006/relationships" id="257" r:id="R69ac7e5041cc44e2"/>
    <p:sldId xmlns:r="http://schemas.openxmlformats.org/officeDocument/2006/relationships" id="258" r:id="R767bb8359fbd4ec1"/>
    <p:sldId xmlns:r="http://schemas.openxmlformats.org/officeDocument/2006/relationships" id="259" r:id="R52e6db8562014bbb"/>
    <p:sldId xmlns:r="http://schemas.openxmlformats.org/officeDocument/2006/relationships" id="260" r:id="R5ea5d5bf25a644cf"/>
    <p:sldId xmlns:r="http://schemas.openxmlformats.org/officeDocument/2006/relationships" id="261" r:id="Rcb798a9c1c4f4284"/>
    <p:sldId xmlns:r="http://schemas.openxmlformats.org/officeDocument/2006/relationships" id="262" r:id="R3c13d9d6bb8642d1"/>
    <p:sldId xmlns:r="http://schemas.openxmlformats.org/officeDocument/2006/relationships" id="263" r:id="Rb4685200508b4694"/>
    <p:sldId xmlns:r="http://schemas.openxmlformats.org/officeDocument/2006/relationships" id="264" r:id="Ra524ac4787004804"/>
    <p:sldId xmlns:r="http://schemas.openxmlformats.org/officeDocument/2006/relationships" id="265" r:id="R8d4ae8a380f84545"/>
    <p:sldId xmlns:r="http://schemas.openxmlformats.org/officeDocument/2006/relationships" id="266" r:id="Ra9124678a4f2482c"/>
    <p:sldId xmlns:r="http://schemas.openxmlformats.org/officeDocument/2006/relationships" id="267" r:id="R2f9a92c02e36410b"/>
    <p:sldId xmlns:r="http://schemas.openxmlformats.org/officeDocument/2006/relationships" id="268" r:id="Ra0f2607a918543d9"/>
    <p:sldId xmlns:r="http://schemas.openxmlformats.org/officeDocument/2006/relationships" id="269" r:id="R08fdda35e5d34e2c"/>
    <p:sldId xmlns:r="http://schemas.openxmlformats.org/officeDocument/2006/relationships" id="270" r:id="R882a7d32357c41f5"/>
    <p:sldId xmlns:r="http://schemas.openxmlformats.org/officeDocument/2006/relationships" id="271" r:id="R06fd026e4e6840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92c6ed5b8449f1" /><Relationship Type="http://schemas.openxmlformats.org/officeDocument/2006/relationships/slideMaster" Target="/ppt/slideMasters/slideMaster1.xml" Id="R00dd89ac551b4032" /><Relationship Type="http://schemas.openxmlformats.org/officeDocument/2006/relationships/notesMaster" Target="/ppt/notesMasters/notesMaster1.xml" Id="R90e248a0495842c8" /><Relationship Type="http://schemas.openxmlformats.org/officeDocument/2006/relationships/presProps" Target="/ppt/presProps.xml" Id="R35cde174add44edf" /><Relationship Type="http://schemas.openxmlformats.org/officeDocument/2006/relationships/viewProps" Target="/ppt/viewProps.xml" Id="R5a402235625e4dd4" /><Relationship Type="http://schemas.openxmlformats.org/officeDocument/2006/relationships/tableStyles" Target="/ppt/tableStyles.xml" Id="Rd543999e6d5747f0" /><Relationship Type="http://schemas.openxmlformats.org/officeDocument/2006/relationships/slide" Target="/ppt/slides/slide1.xml" Id="Rd083e9e3bc944673" /><Relationship Type="http://schemas.openxmlformats.org/officeDocument/2006/relationships/slide" Target="/ppt/slides/slide2.xml" Id="R69ac7e5041cc44e2" /><Relationship Type="http://schemas.openxmlformats.org/officeDocument/2006/relationships/slide" Target="/ppt/slides/slide3.xml" Id="R767bb8359fbd4ec1" /><Relationship Type="http://schemas.openxmlformats.org/officeDocument/2006/relationships/slide" Target="/ppt/slides/slide4.xml" Id="R52e6db8562014bbb" /><Relationship Type="http://schemas.openxmlformats.org/officeDocument/2006/relationships/slide" Target="/ppt/slides/slide5.xml" Id="R5ea5d5bf25a644cf" /><Relationship Type="http://schemas.openxmlformats.org/officeDocument/2006/relationships/slide" Target="/ppt/slides/slide6.xml" Id="Rcb798a9c1c4f4284" /><Relationship Type="http://schemas.openxmlformats.org/officeDocument/2006/relationships/slide" Target="/ppt/slides/slide7.xml" Id="R3c13d9d6bb8642d1" /><Relationship Type="http://schemas.openxmlformats.org/officeDocument/2006/relationships/slide" Target="/ppt/slides/slide8.xml" Id="Rb4685200508b4694" /><Relationship Type="http://schemas.openxmlformats.org/officeDocument/2006/relationships/slide" Target="/ppt/slides/slide9.xml" Id="Ra524ac4787004804" /><Relationship Type="http://schemas.openxmlformats.org/officeDocument/2006/relationships/slide" Target="/ppt/slides/slide10.xml" Id="R8d4ae8a380f84545" /><Relationship Type="http://schemas.openxmlformats.org/officeDocument/2006/relationships/slide" Target="/ppt/slides/slide11.xml" Id="Ra9124678a4f2482c" /><Relationship Type="http://schemas.openxmlformats.org/officeDocument/2006/relationships/slide" Target="/ppt/slides/slide12.xml" Id="R2f9a92c02e36410b" /><Relationship Type="http://schemas.openxmlformats.org/officeDocument/2006/relationships/slide" Target="/ppt/slides/slide13.xml" Id="Ra0f2607a918543d9" /><Relationship Type="http://schemas.openxmlformats.org/officeDocument/2006/relationships/slide" Target="/ppt/slides/slide14.xml" Id="R08fdda35e5d34e2c" /><Relationship Type="http://schemas.openxmlformats.org/officeDocument/2006/relationships/slide" Target="/ppt/slides/slide15.xml" Id="R882a7d32357c41f5" /><Relationship Type="http://schemas.openxmlformats.org/officeDocument/2006/relationships/slide" Target="/ppt/slides/slide16.xml" Id="R06fd026e4e6840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170bed6a74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9f78f2c74846f2" /><Relationship Type="http://schemas.openxmlformats.org/officeDocument/2006/relationships/notesMaster" Target="/ppt/notesMasters/notesMaster1.xml" Id="Racf596a0db154f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2861ccb5c648b8" /><Relationship Type="http://schemas.openxmlformats.org/officeDocument/2006/relationships/notesMaster" Target="/ppt/notesMasters/notesMaster1.xml" Id="Rcde6c845171a4a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78576f154e424b" /><Relationship Type="http://schemas.openxmlformats.org/officeDocument/2006/relationships/notesMaster" Target="/ppt/notesMasters/notesMaster1.xml" Id="Rbf133685830b4f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3d537448f344d5" /><Relationship Type="http://schemas.openxmlformats.org/officeDocument/2006/relationships/notesMaster" Target="/ppt/notesMasters/notesMaster1.xml" Id="Ra1b3bace18b64a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48824950fe4c86" /><Relationship Type="http://schemas.openxmlformats.org/officeDocument/2006/relationships/notesMaster" Target="/ppt/notesMasters/notesMaster1.xml" Id="R420e4cf575d04e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14c41f39584380" /><Relationship Type="http://schemas.openxmlformats.org/officeDocument/2006/relationships/notesMaster" Target="/ppt/notesMasters/notesMaster1.xml" Id="R341389b2ef9545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012d5d45334533" /><Relationship Type="http://schemas.openxmlformats.org/officeDocument/2006/relationships/notesMaster" Target="/ppt/notesMasters/notesMaster1.xml" Id="Rd5c85bda1ef243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224ac57f384262" /><Relationship Type="http://schemas.openxmlformats.org/officeDocument/2006/relationships/notesMaster" Target="/ppt/notesMasters/notesMaster1.xml" Id="R9ed8bc015cfa4a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a4f24e6ec142f3" /><Relationship Type="http://schemas.openxmlformats.org/officeDocument/2006/relationships/notesMaster" Target="/ppt/notesMasters/notesMaster1.xml" Id="R21ee8f8ff83646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60c7579bb4419f" /><Relationship Type="http://schemas.openxmlformats.org/officeDocument/2006/relationships/notesMaster" Target="/ppt/notesMasters/notesMaster1.xml" Id="R44516d9abcfa46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c403b502934b01" /><Relationship Type="http://schemas.openxmlformats.org/officeDocument/2006/relationships/notesMaster" Target="/ppt/notesMasters/notesMaster1.xml" Id="R59646325655e46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c2dc32d0ac4271" /><Relationship Type="http://schemas.openxmlformats.org/officeDocument/2006/relationships/notesMaster" Target="/ppt/notesMasters/notesMaster1.xml" Id="R1000b478c4344e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1f182b5e8e4404" /><Relationship Type="http://schemas.openxmlformats.org/officeDocument/2006/relationships/notesMaster" Target="/ppt/notesMasters/notesMaster1.xml" Id="Reba04ce651574b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e9c2dd1573470b" /><Relationship Type="http://schemas.openxmlformats.org/officeDocument/2006/relationships/notesMaster" Target="/ppt/notesMasters/notesMaster1.xml" Id="R54e55bf11b0a47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9c5072c1b44573" /><Relationship Type="http://schemas.openxmlformats.org/officeDocument/2006/relationships/notesMaster" Target="/ppt/notesMasters/notesMaster1.xml" Id="Rf0cf344fe97644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c06011ea114954" /><Relationship Type="http://schemas.openxmlformats.org/officeDocument/2006/relationships/notesMaster" Target="/ppt/notesMasters/notesMaster1.xml" Id="R80ef8da3983647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5ae13a17747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0bba2718de43de" /><Relationship Type="http://schemas.openxmlformats.org/officeDocument/2006/relationships/slideLayout" Target="/ppt/slideLayouts/slideLayout1.xml" Id="R18adeba942fe46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adeba942fe46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59ba9f78047a6" /><Relationship Type="http://schemas.openxmlformats.org/officeDocument/2006/relationships/notesSlide" Target="/ppt/notesSlides/notesSlide1.xml" Id="R67b138096d8947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b7d40dabb4743" /><Relationship Type="http://schemas.openxmlformats.org/officeDocument/2006/relationships/notesSlide" Target="/ppt/notesSlides/notesSlide2.xml" Id="Rbc679002e8864e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965f0908a441a" /><Relationship Type="http://schemas.openxmlformats.org/officeDocument/2006/relationships/notesSlide" Target="/ppt/notesSlides/notesSlide3.xml" Id="Ree73545389d547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07f25611a4fa4" /><Relationship Type="http://schemas.openxmlformats.org/officeDocument/2006/relationships/notesSlide" Target="/ppt/notesSlides/notesSlide4.xml" Id="R7d960eb024fa4e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6da04103943c5" /><Relationship Type="http://schemas.openxmlformats.org/officeDocument/2006/relationships/notesSlide" Target="/ppt/notesSlides/notesSlide5.xml" Id="R55e90b8780bb4e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fed32d1474049" /><Relationship Type="http://schemas.openxmlformats.org/officeDocument/2006/relationships/notesSlide" Target="/ppt/notesSlides/notesSlide6.xml" Id="Re47ea99bfa4a4c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9afc6fe144c9b" /><Relationship Type="http://schemas.openxmlformats.org/officeDocument/2006/relationships/notesSlide" Target="/ppt/notesSlides/notesSlide7.xml" Id="R8c114343e0364a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599cdd6a6455b" /><Relationship Type="http://schemas.openxmlformats.org/officeDocument/2006/relationships/notesSlide" Target="/ppt/notesSlides/notesSlide8.xml" Id="R61ab3a9011be42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7c5e75afc46d5" /><Relationship Type="http://schemas.openxmlformats.org/officeDocument/2006/relationships/notesSlide" Target="/ppt/notesSlides/notesSlide9.xml" Id="R747ef5a985d94a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fdc0641854e84" /><Relationship Type="http://schemas.openxmlformats.org/officeDocument/2006/relationships/notesSlide" Target="/ppt/notesSlides/notesSlide10.xml" Id="Raa55467a7a9949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03d9309d14536" /><Relationship Type="http://schemas.openxmlformats.org/officeDocument/2006/relationships/notesSlide" Target="/ppt/notesSlides/notesSlide11.xml" Id="R7b4d4f9da57045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4514d582747cc" /><Relationship Type="http://schemas.openxmlformats.org/officeDocument/2006/relationships/notesSlide" Target="/ppt/notesSlides/notesSlide12.xml" Id="R5e2ba668e66346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cfc6f9a9d4a9d" /><Relationship Type="http://schemas.openxmlformats.org/officeDocument/2006/relationships/notesSlide" Target="/ppt/notesSlides/notesSlide13.xml" Id="Rb9066944c6a64b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dd0380ac24422" /><Relationship Type="http://schemas.openxmlformats.org/officeDocument/2006/relationships/notesSlide" Target="/ppt/notesSlides/notesSlide14.xml" Id="Ra6d6689f103a46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ba95a02054a8b" /><Relationship Type="http://schemas.openxmlformats.org/officeDocument/2006/relationships/notesSlide" Target="/ppt/notesSlides/notesSlide15.xml" Id="Rf81c1d5c79484f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a79da297148d1" /><Relationship Type="http://schemas.openxmlformats.org/officeDocument/2006/relationships/notesSlide" Target="/ppt/notesSlides/notesSlide16.xml" Id="R706942b0ef0f42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943911-151B-40ED-956A-8078E87E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75173-BFE0-4476-9E97-F05B3758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C0300-94DD-4FEB-9A71-20255D14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D45DC-7C53-4516-BCB6-01942620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11F99-DAEB-421E-A79C-E63A93D7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Dungeon Echoes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5A592-0DE9-477B-B848-72B1BB1D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2D arena survival w Godot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898BD-8788-4D06-8D08-E7B22419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Prezentacja projektu grupowego na przedmiot Programowanie grafiki komputerowej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6DCAB-D066-4463-8D74-69C60A09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13335">
            <a:solidFill>
              <a:srgbClr val="3A3340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A3C87-462B-42B5-8DBA-C3795E80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28700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PLACEHOLDER GRAFIKI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3253B-9BEC-4DB6-9818-5A5266A2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71600"/>
            <a:ext cx="3486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Zrzut ekranu z głównej areny: bohater, przeciwnicy, pociski i HUD w trakcie walki.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6913D-D38A-4657-B6BE-7014DD32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9525">
            <a:solidFill>
              <a:srgbClr val="55D7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88966-5A95-4674-A14C-44AE8525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Godot 4.6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010F5-1573-45D4-BA0E-CFEDDAB9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81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9525">
            <a:solidFill>
              <a:srgbClr val="E457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0ED86-236B-411A-9C66-8EEE5CE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578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45757"/>
                </a:solidFill>
                <a:latin typeface="Aptos"/>
                <a:ea typeface="Aptos"/>
                <a:cs typeface="Aptos"/>
              </a:defRPr>
            </a:pPr>
            <a:r>
              <a:t>Platformer + arena survival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7E233-CEEC-4FB7-88CD-0318CD5E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81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9525">
            <a:solidFill>
              <a:srgbClr val="F1B8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694F8-C5D1-4D0B-AE48-68A6642D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578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Roguelite-style progression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1DA2A-D4CD-4307-AE98-60B99D28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1E48C-715F-4985-B441-80AD06CA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94456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F22DFB-B547-4740-B896-0930A202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90F9A-BD65-4B55-9023-6CD6A0D7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310B4-6754-4575-87DC-AB0F92B5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B0693-EFF7-46C6-B7A0-9FFEE72B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F8456-3568-4758-8A3C-331AE5F8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KONCEPCJA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C5A54-C70C-4028-A806-56F36492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Gra opiera się na krótkiej, czytelnej pętli: walka, nagroda, ulepszenie, trudniejsza fala.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2CA5E-B068-4A05-B209-996D76EB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D0822-B18B-4697-B37F-7F8FA526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714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34D68-3A4B-4DF9-A8DA-BAA6323B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B3C52-EF33-46AF-8F44-8182A0CF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43F53-28EE-4972-B2DC-8A6F0DAE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371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Menu, nowa gra lub kontynuacja zapisu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D404C-B11B-41AF-A0DC-735F484D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81325"/>
            <a:ext cx="20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35430-0B2D-480D-89DA-BF66DC1D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43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144D4-ACC0-4F3D-8905-4CB96752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714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A801A-50F5-4B52-84D8-AB12BC80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E19F0-2EA6-4295-8DBA-44BB4238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5757"/>
                </a:solidFill>
                <a:latin typeface="Aptos"/>
                <a:ea typeface="Aptos"/>
                <a:cs typeface="Aptos"/>
              </a:defRPr>
            </a:pPr>
            <a:r>
              <a:t>ARENA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1815F-49F1-41FA-ACDB-AE4F5943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67000"/>
            <a:ext cx="1371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Ruch, dash, broń i unikanie przeciwników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5F76C-BD10-4163-9722-9857D222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81325"/>
            <a:ext cx="20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E5870-AC99-4EBC-A5D4-637DC301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43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50D27-31B1-4E5F-9BB3-A5B84770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90750"/>
            <a:ext cx="1714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8CDE5-D7BB-41D1-BE2C-0783A691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9075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90ECB-583F-418A-B3A9-09F326BB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NAGRODA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9ECF9-2061-4EF5-BC18-95E64563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67000"/>
            <a:ext cx="1371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Monety, dropy i utrzymanie combo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7633A-9722-4349-9E0C-8329C983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81325"/>
            <a:ext cx="20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492C17-CB58-41AD-AA86-279AD621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943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A6286-2010-4437-AB09-1F977206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90750"/>
            <a:ext cx="1714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026C0A-B680-4796-8AB5-31D9F25B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9075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67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278A52-8130-4BE2-9F36-75C8F22F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431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D676"/>
                </a:solidFill>
                <a:latin typeface="Aptos"/>
                <a:ea typeface="Aptos"/>
                <a:cs typeface="Aptos"/>
              </a:defRPr>
            </a:pPr>
            <a:r>
              <a:t>SKLEP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792733-68DF-4A13-AFCA-E7194F14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67000"/>
            <a:ext cx="1371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Losowe bronie i ulepszenia statystyk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341042-3088-493B-943C-BB41876D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81325"/>
            <a:ext cx="20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7A6FBC-F408-4FFF-AFAA-1949E24F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43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5AEEDC-9601-4311-8CFC-05D5A472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1714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CFC8A3-7463-49AD-B66B-0463D15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E98BD9-7621-4377-B399-1A46B267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431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B6BFF"/>
                </a:solidFill>
                <a:latin typeface="Aptos"/>
                <a:ea typeface="Aptos"/>
                <a:cs typeface="Aptos"/>
              </a:defRPr>
            </a:pPr>
            <a:r>
              <a:t>SKALOWANIE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79DEEF-EE5A-412A-9A74-BBC31435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67000"/>
            <a:ext cx="1371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Kolejna fala ma większy budżet i tempo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E70EC0-9CC5-497C-82FF-7FA56287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24350"/>
            <a:ext cx="3257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13335">
            <a:solidFill>
              <a:srgbClr val="3A3340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B83411-2413-489A-A579-957DF552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339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PLACEHOLDER GRAFIKI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052159-53C6-44D5-9F67-C30184C6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Grafika: prosty collage 3-4 screenów pokazujących menu, walkę, monety i sklep.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1AAA59-C9C1-4F5B-897A-4F31B655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9358A7-5AB7-4679-BEEF-9583F762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31180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BABF71-D6AC-4332-A1DF-A96FE05D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645D4-76FD-42AD-AD0F-C5295EC8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C876D-1F9A-44C1-AD4A-FBF2F797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91B20-AE1B-4C46-B6C9-7CBFE70F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65B2E-3AB8-4DE0-9CAE-6669E998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ARCHITEKTURA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2B732-C4C4-4889-BF64-66D5DB51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Projekt jest podzielony na sceny Godota, zasoby i skrypty odpowiedzialne za osobne systemy.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2779C-CE60-42A7-A55D-07E30176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6D7FE-F0F4-4D0D-B637-571B0FDC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7620">
            <a:solidFill>
              <a:srgbClr val="3A334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A1428-53C7-4160-863E-EA53E0F9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main_menu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C2A2A-B5BD-481A-AF7E-12CB5134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335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menu, animacje wejścia, audio, nowa gra i kontynuacja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6CA91-CF79-47E6-BF0A-E1099ED6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A"/>
          </a:solidFill>
          <a:ln xmlns:a="http://schemas.openxmlformats.org/drawingml/2006/main" w="7620">
            <a:solidFill>
              <a:srgbClr val="3A334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66085-648D-4C92-8A96-4ADE3CFC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main_map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A0B12-94BC-4692-9B43-F95FA477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241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arena, pauza, detekcja upadku, wave 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BBD3E-6CC7-47D5-A1C8-629AAFDD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7620">
            <a:solidFill>
              <a:srgbClr val="3A334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C4B31-FD0F-48F8-A36C-FC6CCEBD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shop_map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5A195-4CAB-4D03-89CA-9A946CEB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14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przedmioty, ceny, losowanie oferty, zakup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F1EFE-C48D-4197-A9E1-8C2EBE41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A"/>
          </a:solidFill>
          <a:ln xmlns:a="http://schemas.openxmlformats.org/drawingml/2006/main" w="7620">
            <a:solidFill>
              <a:srgbClr val="3A334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E79E3-3B13-4740-8C7C-82869B89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entities/main_character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77F40-FEEA-4D52-B4D1-830639D8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postać, HUD, dane gracza, stany ruchu i broni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94314-A6A0-4A30-A77F-E19BCA3B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7620">
            <a:solidFill>
              <a:srgbClr val="3A334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D09E7-056C-465C-B9E9-4D9A0798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entities/enemies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9B520-D039-4335-96D2-C3BFB195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957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AI przeciwników, stany, statystyki i ataki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9E5F5-FE5A-4048-96F5-344C94E1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A"/>
          </a:solidFill>
          <a:ln xmlns:a="http://schemas.openxmlformats.org/drawingml/2006/main" w="7620">
            <a:solidFill>
              <a:srgbClr val="3A334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4FFA27-8DFC-4ADD-95A8-9100F2B7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entities/universal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EE953-A0EA-4C20-B4A9-EE5422BA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863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HP, wybuchy, pociski, efekty współdzielone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788B4-F896-4247-AD58-2975CCAF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8C96BD-B8BE-4D67-B972-64683A61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79757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6CF829-5E88-48E5-AA03-A68D628E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E31B8-7283-40E4-AA52-3EFA9E04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4256D-914D-4CD3-A35A-341209C4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794B2-8A30-4660-B596-3E0C63BB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4AB3C-C7F7-4A30-8E65-B2E920CA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STEROWANIE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95FD6-9D68-4B9A-AA5D-3F992F74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Ruch gracza łączy platformówkę z dynamiczną walką na arenie.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B001F-EFEA-4C7A-B8F8-D88BDF75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E7F52-0078-41C1-A910-A407516F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23343-02C8-4C21-A64A-C129BDB1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669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A/D: ruch w poziomie, Space: skok, Shift: dash.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FD5DD-E455-48C0-AADF-B52CE2CA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54159-5D9A-4466-8C63-F9D9D2C8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Atak pod E lub lewym przyciskiem myszy.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B2FE1-1F9A-4C57-B99F-1FCEE82B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D4580-AC78-43D0-8EF8-DD222F44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Bronie wybierane klawiszami 1-4 po odblokowaniu.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2C409-B9D1-4EEC-BC12-23ED3022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73B01-162E-4B85-B944-51674A77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Interakcja F obsługuje sklep i elementy świata.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DE5A5-9A7B-424F-B764-9849E65E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8EB53-47CB-485B-8FC4-2CE2F0BA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Esc uruchamia menu pauzy z opcją zapisu i wyjścia.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DDE23-5856-4CDB-A099-0476761B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13335">
            <a:solidFill>
              <a:srgbClr val="3A3340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23EBA-3497-4F99-9846-85DDB88E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19300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PLACEHOLDER GRAFIKI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A283C-8D09-43BD-AB66-5C9C9D75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62200"/>
            <a:ext cx="34861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Grafika: screenshot tutoriala albo HUD z paskiem broni i podpisanymi klawiszami.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B8A2B-7EF6-493C-AFBD-2C64011F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63FEB-6BDB-473C-AAC6-1F503171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55101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1375F7-A52D-43C7-BE22-2496931A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132A3-40A8-4753-8273-A4D249C1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611B4-D7D8-4E5B-B658-97C3518E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AE86D-5F43-4394-BC71-48D6EB24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B6E0B-B9F7-4C58-AB0A-FB1A0F08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POSTAĆ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9CCD9-F313-41AD-95E4-A6E955BA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Postać korzysta z maszyny stanów, dzięki czemu ruch, dash, recoil i śmierć są odseparowane.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5FE64-BE42-4A25-BC5A-32BC3C60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7BD42-3397-423F-8512-1AC801D9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676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11430">
            <a:solidFill>
              <a:srgbClr val="3A334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E205F-E4D4-463E-A906-C0AF92A5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IDLE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3247F-1B10-4E75-AFC9-207F4E7D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1676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11430">
            <a:solidFill>
              <a:srgbClr val="3A334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B659D-0D08-45E1-9145-398391A8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431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WALK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6CCA3-76BD-4DBC-9F71-E9251C84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1676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11430">
            <a:solidFill>
              <a:srgbClr val="3A334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8A64C-CDE7-4673-9E03-F6FFD015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JUMP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9D4BB-27BC-43FD-B7B3-E53900DA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676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11430">
            <a:solidFill>
              <a:srgbClr val="F1B8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E440E-D9F6-492F-94D5-6EEA0DD1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DASH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0FBEB-84D5-4976-838C-ACA51968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1676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11430">
            <a:solidFill>
              <a:srgbClr val="3A334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F4B57-61BB-48E2-8150-A0E8BB09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766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RECOIL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21844-3A0D-4B8E-B3A2-BBEF2E3A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29000"/>
            <a:ext cx="1676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11430">
            <a:solidFill>
              <a:srgbClr val="3A334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9AA09-DC20-41BF-B11A-A7980E61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766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DEATH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F0F09-B6A9-48BC-89E6-4C6023C3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616B7-8112-4AF0-81ED-BC3C7A1B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95500"/>
            <a:ext cx="320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Dash czasowo wyłącza kolizję, zadaje obrażenia i zostawia klon/ślad.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35072-F32F-48A4-B80B-E908E7BF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19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1DF9C-025F-4578-B5E1-2BB94F39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320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Krytyczne trafienia, combo i dash zwiększają camera shake.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7FC90-9ACB-48F0-97DB-93A83053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645909-1D68-4EC4-8C75-850C4DCD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90900"/>
            <a:ext cx="320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Niski poziom HP uruchamia pulsujący overlay, bicie serca i spowolnienie czasu.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585FD3-695D-4618-9B87-C94448BE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97470C-D4CE-4A0C-8BF2-FDD7EB71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83027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90D498-1946-44ED-B699-9A50B0A2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66DC0-AFDF-40A3-B023-ADA953FE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76598-5F9B-4352-86CC-1F405530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EDF8C-1049-4851-9D27-C38D5A46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D43F7-6478-4CDB-99CF-6C125F42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BROŃ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FA01B-B873-44D6-BE82-CCA266D0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Osobna maszyna stanów broni pozwala przełączać ataki i pilnować cooldownów.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CBE03-9C2D-40E1-930F-1AA5AAF6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DBF38-7A5D-4FDC-8F7C-A667A4E0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324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BB2C4-B3E7-481A-A7F0-58B05F07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F9F5E-B6E5-4F44-B7DC-F789BC6C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5757"/>
                </a:solidFill>
                <a:latin typeface="Aptos"/>
                <a:ea typeface="Aptos"/>
                <a:cs typeface="Aptos"/>
              </a:defRPr>
            </a:pPr>
            <a:r>
              <a:t>Fireball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03E18-35A7-4C37-A079-C27704C0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pocisk, odrzut gracza, mnożnik obrażeń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21D27-5394-4F4F-A3C0-CC14744A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4324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33C63-9027-4350-9900-036B3B39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989D1-F9F1-4506-B8BE-56255195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Electro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9165F-FF7B-4A56-8D90-ABE64D60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atak łańcuchowy do 4 celów, malejące obrażenia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56449-0618-41E9-8DDB-B7DC6107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4324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8F6C0-577D-4681-A2E2-172CFD64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67ED6-20EF-486B-8601-C91FA98C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Missile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0A88F-E027-4EB1-9C32-56A3C9ED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rakieta szukająca najbliższego przeciwnika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F4E1F-76F9-4BBA-9BA5-308A2914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19500"/>
            <a:ext cx="4324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DACA76-0C8B-4E92-ABEF-C1B1BDFB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19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46361-EBAE-4F2B-AB90-3EFA89EA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719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B6BFF"/>
                </a:solidFill>
                <a:latin typeface="Aptos"/>
                <a:ea typeface="Aptos"/>
                <a:cs typeface="Aptos"/>
              </a:defRPr>
            </a:pPr>
            <a:r>
              <a:t>Gravity grenade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966A8-D3D4-4A36-AEC3-57DFB021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czarna dziura: przyciąganie, implozja, wsparcie combo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6DB70-9C7E-4E31-981E-3A21D462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3543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13335">
            <a:solidFill>
              <a:srgbClr val="3A3340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BDB861-8ADA-43AC-802E-8238B36B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3875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PLACEHOLDER GRAFIKI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64AD8B-5A6B-4744-848D-2EB7EDB9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81650"/>
            <a:ext cx="29337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Grafika: cztery małe screeny lub ikony broni: fireball, elektro, missile, granat grawitacyjny.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48F273-72D2-4E76-9EBD-E1AF8D97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65EE2-656B-4196-BAAC-E27773BD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47160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47864F-FC42-466D-8CE1-668F7DB8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91AF9-36DE-40FF-BBF6-27FEC15B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B543D-3BF5-4BEC-98AB-008C99E0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233D5-0CD7-4EF5-8CC0-B77185B0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20BDB-4C9B-458D-9888-A3009D2A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PRZECIWNICY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D114E-6546-45EA-BB2A-9F320ACE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Przeciwnicy mają własne zachowania i statystyki, a kolejne typy odblokowują się w późniejszych falach.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3CFD3-D07C-4312-BB73-A5434690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2B511-02BB-4A85-882C-5F86B218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9A7CC-6061-491C-9C05-C0E1E92C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D676"/>
                </a:solidFill>
                <a:latin typeface="Aptos"/>
                <a:ea typeface="Aptos"/>
                <a:cs typeface="Aptos"/>
              </a:defRPr>
            </a:pPr>
            <a:r>
              <a:t>Slime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331C9-9729-4AC5-B7AC-262E8E94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812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wander / chase / attack / death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CA12C-79BE-4695-8AF0-80E5C2AC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A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E5802-8CA5-4B24-8D50-493D6BAC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Skeleton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9737C-5E59-408D-A30E-76614C6F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atak dystansowy i własny pocisk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6E085-A4AA-4841-81B8-874D4791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A779F-08F3-42B7-96F5-77420FBF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Blob enemy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31CD0-FF72-4C98-A627-287FD3BB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95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alert, charge, stun, electric trail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66F0C-E5E9-4AD0-A5F3-70565F43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A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2EAEA-B216-4205-81E3-28F7AE8E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5757"/>
                </a:solidFill>
                <a:latin typeface="Aptos"/>
                <a:ea typeface="Aptos"/>
                <a:cs typeface="Aptos"/>
              </a:defRPr>
            </a:pPr>
            <a:r>
              <a:t>Cacodemon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6F87B-DB17-4F44-A178-900C9B0D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52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idle, search, chase, attack, death + toxic attack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B9F4C-031D-4212-897B-4BD3EBD3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285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13335">
            <a:solidFill>
              <a:srgbClr val="3A3340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BAF61-EC54-4840-BDB3-9017B882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PLACEHOLDER GRAFIKI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41A40-2B07-4A7E-BD8D-DFC2A374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2479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Grafika: plansza z sprite'ami przeciwników albo screen pokazujący kilka typów w jednej fali.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9D17E-BEDC-4DB9-A811-AFBA5A63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DA238-6921-4E14-8897-D838B499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42420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53568D-93C1-436B-8240-02B57435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1BB77-5C79-4EFC-AD5F-C648DA15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41BE3-2504-478C-9E68-41E232EC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9A7C0-37AB-4AAD-8ACF-3E093124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9626C-0A4A-4304-89CF-D44BDF05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FALE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E482B-D629-48B8-AE29-515E5071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Wave manager steruje tempem gry przez budżet fali, koszty przeciwników i bezpieczne punkty spawnu.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90F1F-E336-4886-8AB5-7A5D5CC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E7ACC-1B91-4B6D-8183-DA70368E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Budżet fali = 40 + numer_fali × 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6B264-525D-4A81-8F9B-C1BF6361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504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Czas spawnu maleje co falę, ale nie spada poniżej minimum. Od 3. fali mogą pojawiać się bursty, czyli krótkie serie spawnów.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4D88E-6FB8-48C3-BCD3-B3A2AD51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4953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D9DEB-14EC-44BD-BD51-BE987B81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2A7DA-2134-4416-8976-9E61B645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Bezpieczny spawn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D143E-BB67-43D4-BE29-D8428655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Punkt spawnu musi być odpowiednio daleko od gracza. Przed pojawieniem się przeciwnika gra pokazuje portal/telegraph.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8558C-0DBB-4165-8F1E-DA2A9FDA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095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13335">
            <a:solidFill>
              <a:srgbClr val="3A3340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941C1-E2C2-4711-A3F9-BC799C13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14550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PLACEHOLDER GRAFIKI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789DF-BF79-4C67-A3E8-8F29CF2C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34861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Grafika: screenshot portalu spawnu albo sekwencja: telegraph -&gt; przeciwnik pojawia się na arenie.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CACA0-600D-4583-B12C-47E4CB8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012D1-A501-4C7D-A3AA-91856BD4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91375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F74D5D-A1C3-414A-8ED2-248846DD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17778-980F-47D4-93AC-A939D71F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69854-1244-4880-AA97-C1B71627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2CF68-62DA-40BA-8F14-E0E2C4F1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4D619-7BD1-4D7F-B6CE-C5E9FD61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COMBO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36DA1-B085-403A-95AD-DC8C151E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Combo nagradza agresywną, płynną grę i wpływa bezpośrednio na obrażenia, prędkość oraz cooldowny.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09EB2-BC6D-4299-9188-F4658BA3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FC48B-4756-4866-8249-C548DA92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11430">
            <a:solidFill>
              <a:srgbClr val="F1B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95C9A-1534-414F-A6AB-BC9D22A8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x3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4E54F-2B07-4056-8661-43F71681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45FA9-43C2-4B6C-98F4-7F43530C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+DMG / +SPD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EFA10-F1E6-460E-B0A4-E8BA6CDB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11430">
            <a:solidFill>
              <a:srgbClr val="E4575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72618-4D5E-41C5-8F36-89339045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E45757"/>
                </a:solidFill>
                <a:latin typeface="Aptos"/>
                <a:ea typeface="Aptos"/>
                <a:cs typeface="Aptos"/>
              </a:defRPr>
            </a:pPr>
            <a:r>
              <a:t>x6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FD8B0-91C6-48C2-A433-793FE6D1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HOT STREAK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B83AC-F138-4CD6-B6DC-E33DF57B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194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krótsze cooldowny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635F2-7B47-4B96-AD66-2DA1A48C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526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11430">
            <a:solidFill>
              <a:srgbClr val="9B6B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296D9-BFA1-4DAC-B8B9-32D9E00C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622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9B6BFF"/>
                </a:solidFill>
                <a:latin typeface="Aptos"/>
                <a:ea typeface="Aptos"/>
                <a:cs typeface="Aptos"/>
              </a:defRPr>
            </a:pPr>
            <a:r>
              <a:t>x9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32E81-E513-4E91-8B4C-0BB7783F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14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RAMPAGE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1BEF8-83AC-4A10-A602-B2B46806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mocniejszy 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78604-C5D0-4688-8D59-0A12991E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11430">
            <a:solidFill>
              <a:srgbClr val="55D7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E5A68-6024-448E-91D8-B23AABA1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x12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4A460-1E78-4827-A7D7-9126C184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OVERDRIVE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C6C5D-F6B5-47AA-9FF2-10AA2D38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chwilowa kulminacja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2CB06D-4C35-41FB-83F3-2765B64D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451AF1-5937-44CA-AD50-11B60B21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05300"/>
            <a:ext cx="758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Zabicie przeciwnika bronią daje +1 combo, dash może dawać +2.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F6A6C4-E789-411E-A33B-F61C2787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81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56F605-DFF9-48A3-9478-E4E782CD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05350"/>
            <a:ext cx="758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Okno combo trwa 3,25 s, potem zaczyna się stopniowy spadek.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65269C-BD57-4C03-A2A2-3546731B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81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6DE157-BBCF-43C9-88C6-F75DF76A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05400"/>
            <a:ext cx="758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OVERDRIVE utrzymuje combo i tymczasowo wzmacnia tempo walki.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A3A77-EF4C-4D22-AC94-9752892E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5C4043-3C3F-4505-B7F0-DE6278DB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933557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D01EFC-3301-4DE6-98BB-DD83EDE3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D46E7-5061-4390-97FB-EB99A227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18DEA-54D2-499B-99ED-E2BB41F5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4BE6A-F502-49A7-8EF7-8AB847ED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F8CE2-FD8B-417C-8B47-FE6B4F90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SKLEP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A5883-1A89-4EDA-A566-3AA4BA9C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Sklep zamienia monety na długofalową progresję i nowe sposoby walki.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F321E-DC94-48D8-89AF-72AD8E70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13B15-4476-4596-95EF-3A491311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67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F6E84-C9FB-4F6D-B3CA-20BE80F1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Po walkach gracz zbiera monety.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F75D1-9BF8-4C5A-B68F-9F99A8D9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67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24FB8-B900-4E0A-9B28-8266739C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Sklep losuje trzy przedmioty z puli zasobów `.tres`.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67EDD-ACAA-465D-B456-D470C6B1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67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396F9-F8DB-4534-B818-14283F01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Kupione bronie są filtrowane, żeby nie pojawiały się ponownie.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FCB7C-14BF-47B6-B820-E947D9E5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67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6305D-FEE2-4A3D-9DE4-183B3B7B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Ulepszenia wpływają na HP, obrażenia, prędkość, cooldown i dash damage.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59B1B-F9D1-4CF6-ADA6-9822744B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431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9525">
            <a:solidFill>
              <a:srgbClr val="78D67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CC041-1DE2-4CA4-922E-318DF5D3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8D676"/>
                </a:solidFill>
                <a:latin typeface="Aptos"/>
                <a:ea typeface="Aptos"/>
                <a:cs typeface="Aptos"/>
              </a:defRPr>
            </a:pPr>
            <a:r>
              <a:t>+10HP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9B02C-6E38-4E74-8EA8-1466FBE5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431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9525">
            <a:solidFill>
              <a:srgbClr val="F1B8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543A2-9358-481A-AE1F-B3B0CFB4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193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+25HP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338E1-7A20-4C51-9CC3-A0E73299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9525">
            <a:solidFill>
              <a:srgbClr val="E4575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3CE41-1B9B-44B5-A811-25CE8457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45757"/>
                </a:solidFill>
                <a:latin typeface="Aptos"/>
                <a:ea typeface="Aptos"/>
                <a:cs typeface="Aptos"/>
              </a:defRPr>
            </a:pPr>
            <a:r>
              <a:t>1,5x Damage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24324-007C-44C0-8CC3-45117E11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9525">
            <a:solidFill>
              <a:srgbClr val="55D7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67503-9C31-400E-A3AC-2640D022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+20% Damage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DA84A-128C-42C1-824B-9E07318B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9525">
            <a:solidFill>
              <a:srgbClr val="78D67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478FF-84A6-45F5-BECD-A63F908E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24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8D676"/>
                </a:solidFill>
                <a:latin typeface="Aptos"/>
                <a:ea typeface="Aptos"/>
                <a:cs typeface="Aptos"/>
              </a:defRPr>
            </a:pPr>
            <a:r>
              <a:t>+8% Move Speed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A4CD10-8625-47A7-967E-738B7881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9525">
            <a:solidFill>
              <a:srgbClr val="F1B8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FE8F54-FE7A-416A-B89D-10C92F64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-10% Cooldown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4C6EA7-AC3B-4E75-AA3E-9AB3446C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9525">
            <a:solidFill>
              <a:srgbClr val="E4575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A73FD8-2138-46E0-8728-4B6317E0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766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45757"/>
                </a:solidFill>
                <a:latin typeface="Aptos"/>
                <a:ea typeface="Aptos"/>
                <a:cs typeface="Aptos"/>
              </a:defRPr>
            </a:pPr>
            <a:r>
              <a:t>+25% Dash Damage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7720EC-DEBA-4B9F-B8A5-2B264F82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13335">
            <a:solidFill>
              <a:srgbClr val="3A3340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B1DB5-BA5E-47B3-B868-AC2BCC4D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44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PLACEHOLDER GRAFIKI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FE648-D85D-4441-B7DC-35C03BB1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673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Grafika: screenshot sklepu z trzema ofertami i liczbą monet gracza.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CA97C9-5C66-4DCD-AD5E-838DF3E4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F3E7C2-7DDF-4224-AFA3-2116F102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58375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4D6773-7D0A-4C0D-9419-CD373138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D282F-728F-45D6-97C1-C11DFA1B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69088-A32B-4C6B-8456-57A0107C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0812E-9C80-4B18-816D-93422F6E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B0CBB-B4B6-4566-BC3A-4A0A1FA9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INTERFEJS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19ADF-91E8-4FB3-8FFD-16F40E9A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HUD stale pokazuje stan rozgrywki, ale najmocniej reaguje wtedy, gdy gracz wchodzi w 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27C00-BCD4-4EEF-9D52-87E56B40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0A8B0-7B06-4D6A-B539-4DED787A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D99EE-D55E-442E-9D4F-83EC363D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BF754-C6EB-46A8-8FA2-7B051878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Statystyki w rogu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D75B9-FC3B-4F9D-8EC9-FB75CF98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609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aktualna runda, monety, najlepsza runda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1F829-4287-47FF-A661-4259A7F5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68DC8-2251-41A5-A599-90173EE4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C04F8-789C-4FA3-B172-24462C4A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Pasek broni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E4150-3216-43A1-87C8-4DC88A26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2609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4 sloty, blokada niekupionych broni, cooldowny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95FFD-80D3-4FE2-85DC-B99CE91E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0500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33170-4C5D-4C60-8105-194FC8DB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050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4E3E8-7295-4E46-A286-ED1BD127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5740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5757"/>
                </a:solidFill>
                <a:latin typeface="Aptos"/>
                <a:ea typeface="Aptos"/>
                <a:cs typeface="Aptos"/>
              </a:defRPr>
            </a:pPr>
            <a:r>
              <a:t>Panel combo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3F88B-F1C4-4F09-B9EB-867DEB0B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2609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mnożniki DMG/SPD, pasek czasu, kolory progów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7F3A7-873A-45A5-B6E7-42DB657B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9570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6D5525-D6CB-432A-AA5F-BA306154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957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4C9111-54FF-42B7-98C9-D785A526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4810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B6BFF"/>
                </a:solidFill>
                <a:latin typeface="Aptos"/>
                <a:ea typeface="Aptos"/>
                <a:cs typeface="Aptos"/>
              </a:defRPr>
            </a:pPr>
            <a:r>
              <a:t>Efekty ekranu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FF718-05C6-44FF-9CB8-1A803591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71950"/>
            <a:ext cx="2609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flash, overlay overdrive, banner milestone, streaki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593F5-E72A-46C1-8615-CFCCD991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9570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D46C8-1BA9-4017-9610-52A5EF8B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957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67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7E1C3-947F-4CB2-9BAE-57EEB37E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4810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D676"/>
                </a:solidFill>
                <a:latin typeface="Aptos"/>
                <a:ea typeface="Aptos"/>
                <a:cs typeface="Aptos"/>
              </a:defRPr>
            </a:pPr>
            <a:r>
              <a:t>Feedback HP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9F071F-ABAE-4E26-A352-54D37486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71950"/>
            <a:ext cx="2609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niski HP: pulsujący indikator, heartbeat, slow motion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8E97D-1855-4D05-B7F8-915790C1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673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13335">
            <a:solidFill>
              <a:srgbClr val="3A3340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FFC9C3-498E-47CF-8D03-45099B9C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768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PLACEHOLDER GRAFIKI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73DE78-620B-40AA-99BC-28CA116A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19750"/>
            <a:ext cx="139065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Grafika: screenshot HUD podczas wysokiego combo albo OVERDRIVE.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1B87C-32BA-44ED-8A6D-83E9CF4E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24F524-E193-4B0D-B4FB-FE5677E0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914001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A30842-5973-48F9-B3A8-2BDC4F6E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CC3DB-9730-44A1-9C78-0ECF317D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98568-BAAD-446F-8740-357462D0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BECC7-1823-41F4-A180-67DE0A3A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8DBDA-9182-47E4-BD86-63E3DE52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GRAFIKA I EFEKTY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A80F3-CF63-4901-ABD8-30D1C208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Efekty wizualne są tworzone zarówno z gotowych assetów, jak i proceduralnych kształtów w Godot.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D5F3F-074A-4135-95F4-7BA5F6D7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5B9C3-48F2-425F-BC10-FE0C73C9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267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30407-264F-4423-9B66-F2371E8A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2FE10-3000-49C0-993E-77C6A1E7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5757"/>
                </a:solidFill>
                <a:latin typeface="Aptos"/>
                <a:ea typeface="Aptos"/>
                <a:cs typeface="Aptos"/>
              </a:defRPr>
            </a:pPr>
            <a:r>
              <a:t>Spawn telegraph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76E26-361F-480C-B232-3EB67082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GradientTexture2D, Line2D, Polygon2D, Tween, additive material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3A2C4-E8B4-4A2D-B8F8-44CDA417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4267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02814-B96F-4E14-BEC2-1301E874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4BDF0-E1D5-452D-85D7-9B5E9217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3835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Camera shake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92AC2-E231-4DE8-A33A-C0E9DF1A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6220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trauma maleje w czasie, siła = trauma²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C765D-E4C6-48BD-B5FF-A5AE80C7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267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585A8-B6C7-45D6-B7AF-74031344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3467A-D033-4D95-A2FE-6CED73BB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B6BFF"/>
                </a:solidFill>
                <a:latin typeface="Aptos"/>
                <a:ea typeface="Aptos"/>
                <a:cs typeface="Aptos"/>
              </a:defRPr>
            </a:pPr>
            <a:r>
              <a:t>Black hole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B53AD-DA25-40E5-9B35-3B63465E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radial gradients, GPUParticles2D, pulsowanie skali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F9CCE-203A-414D-846B-B97F0E24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14700"/>
            <a:ext cx="4267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E9AE3-B3D3-41AB-AA23-431CA97A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14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C01A0-E9F0-4B7C-AB58-C2846AE8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6710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Combo 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33951-709D-4369-A564-890A565B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909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ColorRect flash, banner, ruchome streaki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AC61E3-4381-4A94-B4C5-CCB920A3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339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13335">
            <a:solidFill>
              <a:srgbClr val="3A3340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3716C-3756-4A26-9F32-1888CDD3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435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PLACEHOLDER GRAFIKI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7E99B2-5AB4-4F14-9F05-DB69C69A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86400"/>
            <a:ext cx="25336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Grafika: krótkie screeny efektów: portal spawnu, czarna dziura, dash ghost, combo banner.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8BA1F1-AAFC-437D-8A74-D253201E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54457-A53D-498A-8765-6973264A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7372769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581F76-4EB6-4878-8FE7-416781A3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E530B-5F34-4230-A0EF-68E04E4D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B9699-0C66-43B5-BB2B-E3A22076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76CEE-0EDB-4E49-822D-8024C075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EE339-8420-49CC-A628-06BF026C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ZAPIS I MENU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594EA-7ED1-4747-8C52-E79782E4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Projekt ma pełniejszą strukturę gry: menu, tutorial, pauzę, zapis i kontynuację.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706BF-825F-473D-970E-1C125A4B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102A6-ED1D-4739-9BE6-51E28929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F55DB-A4E4-46F2-A6ED-8659A900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C7FA5-2F95-443E-8A51-DF1937ED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Main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3ED81-95F5-4ADE-8595-B316247E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start, quit, audio settings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8F56D-91BC-4058-BADE-1E481841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3835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4DB69-8249-47A3-89E8-05FEF648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38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4C811-9DED-42FD-A175-F828186D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New / Continue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CA7E-49E6-40E7-B717-F7D0191E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14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reset danych lub load z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15536-9BDE-4D2E-B4A2-5129B0A1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3835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19006-09A6-4948-BC40-83134926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38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67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335A1-309D-44A6-9166-F58BC6DB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D676"/>
                </a:solidFill>
                <a:latin typeface="Aptos"/>
                <a:ea typeface="Aptos"/>
                <a:cs typeface="Aptos"/>
              </a:defRPr>
            </a:pPr>
            <a:r>
              <a:t>Tutorial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6B1C1-2220-46AB-B02E-758598C0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kroki sterowania, tylko raz w sesji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BB5DF-0ADF-4FC2-AB99-351D07A2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0EDD8-B400-43AC-AA5F-B119265B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E3DDC-F970-466D-BEEE-1BA7C5E5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5757"/>
                </a:solidFill>
                <a:latin typeface="Aptos"/>
                <a:ea typeface="Aptos"/>
                <a:cs typeface="Aptos"/>
              </a:defRPr>
            </a:pPr>
            <a:r>
              <a:t>Pause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D194A-2722-4FC1-A4CD-A6EA15E6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resume albo save-and-exit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7A262-7215-424B-A2A4-26295F29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671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420787-46B4-4A31-BBD3-4E67E84E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671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93666-5666-4FC3-895D-6064844F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B6BFF"/>
                </a:solidFill>
                <a:latin typeface="Aptos"/>
                <a:ea typeface="Aptos"/>
                <a:cs typeface="Aptos"/>
              </a:defRPr>
            </a:pPr>
            <a:r>
              <a:t>Save file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D5BADB-62BC-4668-BB4B-C800C227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user://player_data.json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73D62E-65F5-4616-8507-394CC4E9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196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13335">
            <a:solidFill>
              <a:srgbClr val="3A3340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FF08D-AAF8-4534-8FBB-B7F85219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292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PLACEHOLDER GRAFIKI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0F05E2-F310-40C5-BCD3-05B44878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72100"/>
            <a:ext cx="2533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Grafika: screen głównego menu z panelem New Game / Continue albo screen pauzy.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66E4BE-29BB-43CA-A812-987FD5F7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1978CB-D9A2-4F24-81F3-B6F14381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628963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AF328B-E977-4B63-ACAB-3D7FF154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A50A2-F8E5-42B3-B86B-664BE699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1B03E-014A-421B-B56F-31ADF3D5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2BA6A-EA4F-4F02-ADFB-D8DAF78E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89DFE-16F2-4E30-A878-4B18BA9D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DŹWIĘK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C13BF-5CD2-4B3C-BADC-6CFBB2ED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Audio wspiera czytelność akcji: menu, ataki, dash, pickup monet, heartbeat i muzyka są rozdzielone busami.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BEF26-5680-403E-A07A-94783C7E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BC910-491B-4ACC-91CF-83A2DA7D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DBFB2-EE7E-4DCE-B01D-D3D540EF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615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Main menu ma muzykę, hover/click SFX i suwaki głośności.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EF89B-0AE4-4FEF-BA25-313A18E0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2A71D-CE3C-4557-87C3-5B93FD54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615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Bronie mają osobne dźwięki: fireball, missile, electro.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D0818-5DF8-4343-B7C2-F7AA4A57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B35AA-26C1-4952-B82D-14A81DF2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615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Dash ma własny sound i wizualny stretch/flash.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403AA-7C1C-47DC-9274-D1EFF08E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62C67-6B62-441B-8E8E-07738A5A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615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Niski poziom HP uruchamia heartbeat jako sygnał zagrożenia.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00225-6F17-4969-B003-DEC9E626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CDC95-C4BE-4BF0-BFDA-33C414C5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615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Monety i zakup w sklepie mają oddzielny feedback dźwiękowy.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90F56-13AA-43F3-BA01-7B7ECB80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13335">
            <a:solidFill>
              <a:srgbClr val="3A3340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25B3E-CA92-4E55-8CE2-C61A423E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288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PLACEHOLDER GRAFIKI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AA8B6-7379-45A1-8F81-06949C7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22479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Grafika: screenshot ustawień audio albo diagram dwóch busów: Music i SFX.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7EA76-1C74-42B9-9D48-2D60EA6B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02BDD-B6A8-4052-A97C-4CBEC8B1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808836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F187DC-5E1B-4C57-A29B-E1FE865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3AFD4-F75F-4C38-9A58-E5446EEE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08A48-07B8-49CE-9591-CE4FB065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4DADF-6D7F-4B28-8CA3-51305141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3566D-BA05-473D-9123-F0338A9A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EKSPORT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165BE-82DD-4622-8EDA-182917DA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Projekt jest przygotowany do uruchamiania w Godot i eksportu jako Windows Desktop.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37F7D-400E-4E0D-9053-67FF27E8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3916C-29A1-4ECF-876A-7BCBDA0C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6790A-18EB-4C32-8103-05EAB2F6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AE93E-A773-4BCD-8DFB-03D1ACC9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365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5D7E8"/>
                </a:solidFill>
                <a:latin typeface="Aptos"/>
                <a:ea typeface="Aptos"/>
                <a:cs typeface="Aptos"/>
              </a:defRPr>
            </a:pPr>
            <a:r>
              <a:t>Wymagania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588BD-3C30-4520-859C-51517DA4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Godot Engine 4.6 lub kompatybilna nowsza wersja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5475E-4804-43C1-AB0F-72579181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4000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A73E4-1885-4626-AAAD-5D178105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8051D-1ACA-48C8-BAB6-E5565ABF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365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Preset eksportu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D8418-C95D-4656-BA6B-13920B7B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365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Dungeon Echoes | Windows Desktop | x86_64 | embedded PCK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A11E6-4505-4967-885F-BB7CF5A2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002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E639A-070B-4559-8C76-7F0C14CF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002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67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78D84-FF9F-4B36-B13D-9F29D550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365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D676"/>
                </a:solidFill>
                <a:latin typeface="Aptos"/>
                <a:ea typeface="Aptos"/>
                <a:cs typeface="Aptos"/>
              </a:defRPr>
            </a:pPr>
            <a:r>
              <a:t>Główna scena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3F375-F7D9-4063-97DD-87BF7667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Projekt startuje od menu, więc demonstracja ma naturalny początek.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4AA7D-D040-4269-8562-65BAD452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90900"/>
            <a:ext cx="4000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B25"/>
          </a:solidFill>
          <a:ln xmlns:a="http://schemas.openxmlformats.org/drawingml/2006/main" w="9525">
            <a:solidFill>
              <a:srgbClr val="3A334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8EE66-5B91-419E-A82D-3CA3805D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909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E23CC-33D0-46FB-9B12-B44ECA2B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365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5757"/>
                </a:solidFill>
                <a:latin typeface="Aptos"/>
                <a:ea typeface="Aptos"/>
                <a:cs typeface="Aptos"/>
              </a:defRPr>
            </a:pPr>
            <a:r>
              <a:t>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EBABD-6BBA-4DAF-ADFD-2466A745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67150"/>
            <a:ext cx="365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Grywalny prototyp z kompletną pętlą: menu -&gt; arena -&gt; monety -&gt; sklep -&gt; zapis.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04CB8-CCC4-4B88-AE62-D2554C9D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5A2CC-DB45-4AB0-B35B-62647839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7092066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A9D82-1BBF-4AFC-A40B-DDD57807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2F4A5-F2CA-4C03-8397-03174539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841FC-B32B-4350-8463-96F56E0D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2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8F1EA-344B-44B8-811C-2C155B10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3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2BE56-169C-4947-9CEC-AECBDEB3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PODSUMOWANIE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F1279-F48E-46C7-A2FB-3054F0D9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Najważniejszą wartością projektu jest połączenie grafiki 2D, systemów gameplayowych i feedbacku gracza.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F373A-FB21-44DB-9D70-05E8D69A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727B0-7377-4863-8FF6-E724FC25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224CF-2795-4B37-ACFF-14FED778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Gra ma pełną pętlę rozgrywki i progresję między falami.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CD7E5-8AFF-42D3-AC6E-5E032724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DA32E-2FD4-4987-8473-9AC2B810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Mechaniki są modularne: osobne stany ruchu, broni i przeciwników.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FC782-BDB2-4B7A-B549-7F21C8C8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8EDAA-5115-44E9-B26D-E79BE43C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Efekty graficzne wzmacniają czytelność: spawn, dash, combo, low HP, black hole.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B2BE7-3107-4799-8C59-3EA6DFDF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E6F99-32EE-4447-AC83-CB9A3866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Systemy gry są połączone sygnałami i wspólnym PlayerData.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11181-B7C4-47CD-863E-C01144F7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C6EC1-4006-4B97-83D9-993BAF88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t>Najbardziej naturalne dalsze kroki: balans fal, więcej map, rozbudowa bossów i porządek licencji assetów.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02E3D-EF38-4B32-A207-54F39B8B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2150"/>
            <a:ext cx="2381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9"/>
          </a:solidFill>
          <a:ln xmlns:a="http://schemas.openxmlformats.org/drawingml/2006/main" w="13335">
            <a:solidFill>
              <a:srgbClr val="3A3340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DBE4B-D3FE-4F15-A91E-73C7DA11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717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B84B"/>
                </a:solidFill>
                <a:latin typeface="Aptos"/>
                <a:ea typeface="Aptos"/>
                <a:cs typeface="Aptos"/>
              </a:defRPr>
            </a:pPr>
            <a:r>
              <a:t>PLACEHOLDER GRAFIKI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27668-6265-4221-B8FF-3CFA4DC7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14600"/>
            <a:ext cx="17716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5A99A"/>
                </a:solidFill>
                <a:latin typeface="Aptos"/>
                <a:ea typeface="Aptos"/>
                <a:cs typeface="Aptos"/>
              </a:defRPr>
            </a:pPr>
            <a:r>
              <a:t>Grafika końcowa: najlepszy screenshot z gry albo plansza z logo/tytułem Dungeon Echoes.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19B05-64F0-468A-905A-914BC0D7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Dungeon Echoes | Programowanie grafiki komputerowej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0A050-77CE-486D-AAA7-9EA2683A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D78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42129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2026-06-01T22:13:04.2380000Z</dcterms:created>
  <dcterms:modified xsi:type="dcterms:W3CDTF">2026-06-01T22:13:04.2380000Z</dcterms:modified>
</coreProperties>
</file>